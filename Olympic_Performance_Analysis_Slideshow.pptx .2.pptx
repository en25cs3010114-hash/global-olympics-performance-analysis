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97" y="0"/>
            <a:ext cx="9699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84" y="0"/>
            <a:ext cx="48489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97" y="0"/>
            <a:ext cx="96995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